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4"/>
  </p:sldMasterIdLst>
  <p:notesMasterIdLst>
    <p:notesMasterId r:id="rId11"/>
  </p:notesMasterIdLst>
  <p:handoutMasterIdLst>
    <p:handoutMasterId r:id="rId12"/>
  </p:handoutMasterIdLst>
  <p:sldIdLst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A3620-1633-3D57-A4F3-EE82C0CFC06E}" v="116" dt="2026-04-09T20:04:35.308"/>
  </p1510:revLst>
</p1510:revInfo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7" autoAdjust="0"/>
    <p:restoredTop sz="94469"/>
  </p:normalViewPr>
  <p:slideViewPr>
    <p:cSldViewPr snapToGrid="0">
      <p:cViewPr>
        <p:scale>
          <a:sx n="100" d="100"/>
          <a:sy n="100" d="100"/>
        </p:scale>
        <p:origin x="-269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5720" y="1605915"/>
            <a:ext cx="4480560" cy="246888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480" y="4245427"/>
            <a:ext cx="3749040" cy="14630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5E30E4-6ABC-717D-EDA7-C6A92FCDB0F6}"/>
              </a:ext>
            </a:extLst>
          </p:cNvPr>
          <p:cNvSpPr>
            <a:spLocks noChangeAspect="1"/>
          </p:cNvSpPr>
          <p:nvPr userDrawn="1"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6B797E-AAB7-2FA3-8ADB-E0218F350D22}"/>
              </a:ext>
            </a:extLst>
          </p:cNvPr>
          <p:cNvCxnSpPr>
            <a:cxnSpLocks/>
          </p:cNvCxnSpPr>
          <p:nvPr/>
        </p:nvCxnSpPr>
        <p:spPr>
          <a:xfrm flipV="1"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586E34-FF91-68B8-CAEC-F84AD2DEEDB2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8CCB10-9F99-49CE-839A-D1D1C8B51CC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2BBAB3-D3B1-A927-AFB7-E23615F2CD5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A581A57-E7BF-DC2D-2E40-FD3FB95BA77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602E52-B25B-C787-B432-FAE138B194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13978C-81F6-A536-CE48-A5BCDCD8424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3104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170C3BF-B703-4A66-2FFE-1FD2365D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7723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1884465-7638-4041-56EF-684A60E84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9848" y="1463040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6F9D9E-FBB2-49D2-98A3-375E6DBB1458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E13058-C9D5-FD2D-4E13-939A67007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AF45BD-F4F0-4F29-C005-BA3BC8AF0A6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B8559CA-B25F-A779-165D-000F511BD53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76E1BB-25B4-D52E-01F1-44C64375D6F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C388FC-A0B6-481D-BEB4-876D3CFC3F7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950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20B57-74C2-7AD8-6E07-D29EE6A6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912" y="4597404"/>
            <a:ext cx="9784077" cy="980435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8025AC-332D-ADB0-3E96-03E4761BB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5668963"/>
            <a:ext cx="9784842" cy="63976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8258" y="404999"/>
            <a:ext cx="10575485" cy="383680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1" b="-66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040831" y="4203335"/>
            <a:ext cx="349431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058B3-EEF2-4DD0-8865-E06070870E6E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904286-3DEB-9849-219D-A085C0024794}"/>
              </a:ext>
            </a:extLst>
          </p:cNvPr>
          <p:cNvCxnSpPr>
            <a:cxnSpLocks/>
          </p:cNvCxnSpPr>
          <p:nvPr/>
        </p:nvCxnSpPr>
        <p:spPr>
          <a:xfrm>
            <a:off x="803185" y="426735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F7D0C-5069-E36A-74BE-09B74A8BDF5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A121A0-9E65-3E8B-DBB2-52D98873A8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B9F357-72AD-336C-0877-A0314E6529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73381C-AC31-FE63-FC5F-EFE48EAFF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AEBC41-77CA-7255-DEC2-73C82A6D4E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055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8D1A68-0FAC-B397-3F43-E7E6DB16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5598" y="1126010"/>
            <a:ext cx="4668639" cy="347877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4891711-2302-9D63-B25E-AF7AF07C3A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8" y="4731335"/>
            <a:ext cx="4668642" cy="1193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DDB1F5-9155-4128-9946-6808FE896B8C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714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E3D082D-5D35-2F9F-90C3-021CD215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18" y="782840"/>
            <a:ext cx="4572587" cy="366114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A1BC-11EF-D28B-C0E1-F2D685AF72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B07658D-2C15-0859-FC14-231204836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4663439"/>
            <a:ext cx="4571996" cy="1380739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565B300-A92A-F114-82AF-D815794F43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9048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B55B-A218-74B5-0BEE-22235E9B8B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332D4F-69DA-447D-8D71-58933F8FE745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0BF7-333F-24FE-D2DF-7331FF9658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C99E2D-452C-18BB-7BBF-6B7623C54B61}"/>
              </a:ext>
            </a:extLst>
          </p:cNvPr>
          <p:cNvCxnSpPr/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9994A-73A8-CE11-7B98-7EA7C4CD1EA5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7A9A682-C17C-6F60-46E3-F77E33DAF30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C5B78E-1DDD-2C3B-5815-0AA0E821DF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1B8608-E98C-230E-455F-2EB092A04E7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D2C4CF-5F74-8957-6184-413A56C8ED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3688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DB7B0F2-3D52-79E2-8444-B82E34B5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786384"/>
            <a:ext cx="4668637" cy="346049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944F125D-7632-1E4B-E35B-4A1B552FC8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9" y="4663439"/>
            <a:ext cx="4668641" cy="1380744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F8211FF-1EED-4E40-908A-D3076C331B06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57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8E949C-4552-505B-2374-1AD9837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2"/>
            <a:ext cx="7589520" cy="3474721"/>
          </a:xfrm>
        </p:spPr>
        <p:txBody>
          <a:bodyPr>
            <a:noAutofit/>
          </a:bodyPr>
          <a:lstStyle>
            <a:lvl1pPr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6AD6200-A62D-83E5-67FF-7C9D21BC40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480561"/>
            <a:ext cx="6655519" cy="1563618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04AD26-BCB3-4DA6-A1C8-F71900B8E385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F68E49-FB2F-EE46-BBC5-687EFFAC5B44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684535-D8D6-3C5C-2F48-CF561A53589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53CEFA-651F-E217-0B0C-E52881B35E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1F9794-829E-FFF3-35B9-FBE5704507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C86891-1380-AD13-7BB7-52F437F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9315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9E9313-4D10-F4B7-8D91-79EDA5D7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1073329"/>
            <a:ext cx="7876287" cy="3592629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CF64426-6D11-A40D-4E5E-20B779D81E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715111"/>
            <a:ext cx="7375466" cy="1014984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2C9C-9A8F-446B-8187-09132D1A46A0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162085-B82B-D70C-0D7A-22C4D7233FBB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9AC621-2F3F-131D-52E8-A4984237541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C01039-2702-D6CF-0CAF-7BDB73F165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76C98EB-F220-E16C-9F07-94D78E1A0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F953B0C-5FF3-5CCF-848F-BB45DDA545A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030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005840"/>
            <a:ext cx="9601200" cy="2621154"/>
          </a:xfrm>
        </p:spPr>
        <p:txBody>
          <a:bodyPr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3749039"/>
            <a:ext cx="9601200" cy="210312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6F82F-1CA0-4CF2-91A1-388896177AD5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2FAD7B-9B0A-857E-5CD0-3E3F44C1864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0D7A0C-A4FC-D6C3-FB54-CEA8FB8E533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A9338F-57CD-1C5E-080E-1648C5C9F9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DEB5BD-7064-53F1-55A5-85BC50666D0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43BB38-B6FB-D943-9359-FE7ED3ABB29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2662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2103120"/>
            <a:ext cx="3931920" cy="2011680"/>
          </a:xfrm>
        </p:spPr>
        <p:txBody>
          <a:bodyPr anchor="b" anchorCtr="0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0" y="4177393"/>
            <a:ext cx="2743200" cy="109728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39BFE6-4C9C-5B1E-ED2D-D672723D9480}"/>
              </a:ext>
            </a:extLst>
          </p:cNvPr>
          <p:cNvGrpSpPr/>
          <p:nvPr userDrawn="1"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4F5756-0D00-A0C9-4813-70C9B7C191EE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B2B78D9-04A0-2DE2-227F-950F1640461C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F1CFAC1-EF4C-3A94-56C0-11F4FA3BBF8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629CBD-3927-3D28-1F30-9F6EA745382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588387A3-E4C6-1FA3-B53D-8321DABF7F57}"/>
              </a:ext>
            </a:extLst>
          </p:cNvPr>
          <p:cNvSpPr/>
          <p:nvPr userDrawn="1"/>
        </p:nvSpPr>
        <p:spPr>
          <a:xfrm>
            <a:off x="3635480" y="966343"/>
            <a:ext cx="4921041" cy="492104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347A20-E5CE-D48A-532A-43A9AE6D845E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0530ED-939C-9AE3-E2AA-C67A3BAE230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1E0B585-5421-AB6C-F2B4-387F4FCC3B8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F59087-71C3-F7D4-40F9-C5030341EBF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11F614F-4E8C-C510-F9CA-18D5C8F800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82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143000"/>
            <a:ext cx="7772400" cy="4572000"/>
          </a:xfrm>
        </p:spPr>
        <p:txBody>
          <a:bodyPr anchor="ctr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69A2-4F59-479F-BEF2-69F2219A16C9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319F3-7ADB-A297-31E7-B4ECAED75F6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342D09D-B576-2CDA-0E02-F693119B459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FE4725A-AB5F-A233-599A-4D9D5792EF7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E93BF32-D165-B68D-46A9-E4857CC06E9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DFA350C-9C20-0040-6C52-924473C264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30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12F-C5D8-43C4-BBB0-DAFB57DF07E7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64D07C-30EB-180E-ECA5-7D994FB6B458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ADA6AEC-ECB3-F1C7-E764-B8ADFE06411F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80DB266-E37E-7698-DB7E-6D9E94BDFA72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9D4A54-15D9-3C99-7553-173F66B741B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4712B6-CD65-6015-EC36-F8A05F355A6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082FE47-168D-894B-9992-69DDA276429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B7F1E8-9C58-EB4B-7C58-F14781D8EA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20AA4AF-279E-969C-C602-1D4B7466E4B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563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1645920"/>
            <a:ext cx="3931920" cy="356616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E280-1FAF-431A-AFCC-652D1D768935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2419B5-61E2-FD73-4DC0-6BD4FEA22BC7}"/>
              </a:ext>
            </a:extLst>
          </p:cNvPr>
          <p:cNvGrpSpPr/>
          <p:nvPr/>
        </p:nvGrpSpPr>
        <p:grpSpPr>
          <a:xfrm>
            <a:off x="3357372" y="400050"/>
            <a:ext cx="5477256" cy="6053507"/>
            <a:chOff x="3357372" y="400050"/>
            <a:chExt cx="5477256" cy="60535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7372" y="690372"/>
              <a:ext cx="5477256" cy="547725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0D9250-FE41-6A62-63E0-45557F7A821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050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B5D07D-F48B-B558-CC22-73A8D1D25CE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163235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553EE4-7656-051D-B9EA-5CE4DF67F1B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B995F0C-E3CB-71F5-AA4A-3E0C2250F6D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4E96190-C8C5-5A5E-583F-A1FA14CA53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33EFCA-48D0-CA03-8F58-5201249ED9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8BC0BD-74F3-CF74-E3F6-B1AB063253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27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1AC0-F140-4CFD-8DB3-1250D01F4A17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04066B-2A84-9323-C5DA-5B348302F471}"/>
              </a:ext>
            </a:extLst>
          </p:cNvPr>
          <p:cNvSpPr>
            <a:spLocks noChangeAspect="1"/>
          </p:cNvSpPr>
          <p:nvPr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1BE2BD-7F8B-7C22-CFB1-672436A435C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605ED7-A153-EC6F-5FAD-36B4B4358E06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3C8215DB-D097-7C38-9C71-D1CFEFEF6A8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A25622-E70C-87A2-8948-57015501A77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BC90E86-9351-B357-1E5C-6FFBE66DCF8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02D9F6-1ABE-59A5-65EE-083DC0F5BBA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5F9938-96CE-D789-BC11-3480B8489FD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917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62335"/>
            <a:ext cx="4389120" cy="512064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47100" y="816615"/>
            <a:ext cx="4389120" cy="521208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9D700C-85B2-47B3-997E-E13950E22DFB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97BF5B-32BC-BBD0-CF2F-278F9759F7B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B8C6683-0AEB-503B-BAF1-51DAAF22F62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B2043B3-B90B-491D-9203-45C5F867EC8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E574BD-DC36-6D57-B675-4DC205A2F99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D0042C9-94A3-B61B-E948-DEAD329E857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93BD77-3686-B555-2FC0-ACF67E598393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06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623" y="822960"/>
            <a:ext cx="4342337" cy="2103120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9E984F9-2199-EBFA-F2CC-8763C190A2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3699909B-C939-96B1-BC6D-ADAB553102E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672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1" b="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0623" y="3834765"/>
            <a:ext cx="4343400" cy="2103120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52F3B9-F3FC-C6BA-2D5C-232401B1DDB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80006D-ECDF-498D-B49A-7AD8A8EE5B1D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A914D9-9468-7038-39C3-3B639A66D8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0CE65A-BB1E-AC85-3441-39F20A18F2A5}"/>
              </a:ext>
            </a:extLst>
          </p:cNvPr>
          <p:cNvGrpSpPr/>
          <p:nvPr/>
        </p:nvGrpSpPr>
        <p:grpSpPr>
          <a:xfrm>
            <a:off x="6093848" y="402336"/>
            <a:ext cx="5297241" cy="6053328"/>
            <a:chOff x="6093848" y="402336"/>
            <a:chExt cx="5297241" cy="60533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186CB7-6AEB-B743-4514-FD48EC862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848" y="3425476"/>
              <a:ext cx="52972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BA0EC0-9334-E3BD-A943-2A6CE641D18A}"/>
                </a:ext>
              </a:extLst>
            </p:cNvPr>
            <p:cNvCxnSpPr/>
            <p:nvPr/>
          </p:nvCxnSpPr>
          <p:spPr>
            <a:xfrm>
              <a:off x="6099748" y="402336"/>
              <a:ext cx="0" cy="60533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199F47-2C0A-4C3F-B557-642A89A0217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87DDCC1-3A31-C96B-B944-3D034E35CE5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521C807-39D4-D4AA-9527-8658CEF781D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E28386-8201-E969-93C4-035054A6593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5476B2-B1B9-0305-3417-F5958B27BB8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3378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9C5E13-DAC4-195E-1928-8B3D9E93B8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4000" y="2184400"/>
            <a:ext cx="4298950" cy="2468563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60E92D-E4AA-41FD-9964-35C75C9EC117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4AF90E-26F2-BCC1-1730-ECA670AFE5A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7397F7-ED9A-8F00-3F67-261E1D3015B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A2613-2C66-F678-F8F9-98BC7AA76A7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C37B4F-9C8D-F842-D910-EFB122B37B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9ABB5DB-6C07-7796-F8FD-C5EF39B54DC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FF3CE0-FE95-A5D4-5EF7-60EA03431A10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71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9369" y="1045029"/>
            <a:ext cx="3900879" cy="466344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6A85BB-A416-4D3A-9A4F-C028C19B4D1D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2062BE-564D-E723-4D32-E97A7D6D9BF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24391A-72C8-59EB-093A-7DB51C79B07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EFAD0B9-5EED-C0C3-D1D9-648F10ED7BE6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B9583C-8B41-3D50-9FDD-E26958D31AF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EAC0D2-6922-25FF-877D-8CDA3D65C5E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8399D9-F337-D887-E4B6-C348B7A962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2314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16615"/>
            <a:ext cx="438912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BC836E-EE23-E8E8-F704-10EB1EBA07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5248" y="816615"/>
            <a:ext cx="4389104" cy="5224768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4575EC-B9BE-45B3-8586-C8BE8EAAAFBE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35B3E4-3247-E935-5816-43C07DF6498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0567FB-D8E5-4494-8865-28151857CC4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12D679A-B370-3459-D826-984A8FAAB54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A0B87DB-56D9-FC57-14D7-948086B86C1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510EE14-987F-5583-91B2-3C68EE913C1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296E2B-A6A5-A82B-D158-69450A5EA39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716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BE259E-88AB-BB2B-BAA5-9AF1880F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315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63040"/>
            <a:ext cx="10058400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06CAD2-7B03-4F77-BEED-A9CE4E90E52C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FE2746-CBB4-791D-92ED-7D4BA96D0C9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72F8CD-9781-5B69-6A2F-ACD2927779D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209B7C8-C55B-17E4-6C60-9C15BB7A63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0942E2-D6E0-4A3B-CF5E-C7A8F0B917C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5B6906-9443-FEB0-23E3-78142F3660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1634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3C509E-C7AC-2821-160D-02A10B5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640080"/>
            <a:ext cx="10058400" cy="731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3C0EFA-B5AE-CA80-DC77-DA3E8AC5A3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69975" y="1463675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993171-6682-4BC9-9945-966126AB4B59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0433CD-47AD-50BF-BD73-0A8881E7799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453102-CF88-5F5D-F01F-D55DFF9F821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331B85-F551-1D98-E249-E17615E9AA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F1728A5-B526-3330-7A6A-8E6E4F5AB12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48EDDF-9CB1-4C44-B1E2-CC97C6F10B3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804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002" y="786386"/>
            <a:ext cx="276991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5002" y="2899068"/>
            <a:ext cx="276991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AA9ECC-469F-4B8E-BD34-07C4E8D3E99E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7790269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F5C2EA-B780-9C9C-77C2-9C6E76A404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56C059-7605-4C77-F758-743839E0750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D5A105-823E-7F57-9BD9-B921E9D0B77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12C3FE9-B32A-64E0-FF0E-729AFCAC0FF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29F84BA-E3BA-190A-D926-B57563866DF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709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6"/>
            <a:ext cx="273393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899068"/>
            <a:ext cx="273393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7207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DBD8752-7BE3-4D87-B742-4591FA880F2B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4392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306094-CD46-FD37-15EF-7C5ED43D2E0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313FC44-1419-B29C-2719-5D21B5FAB87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635384-8C2F-F008-F19F-E7277C4CD82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94D592-13C7-2B81-775C-17CEE45C682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AC0629-36FF-17F3-D1B6-1FFADC425E4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469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4292076"/>
            <a:ext cx="3291840" cy="1737355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0050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4292076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CE330D-E58C-4D6F-87CB-0ADC053EF516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401839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843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29184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786384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55FBD2-735E-C257-607E-CB2F585DBB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5340" y="2831629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CBDE9E-F3D4-4B19-8A53-22190533DBA9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2802870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2788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0" y="786385"/>
            <a:ext cx="3291840" cy="1499615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4FEC1-7004-7D66-39C0-5B3A0B2E46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400050"/>
            <a:ext cx="6452176" cy="605295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9" t="38" r="-1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0" y="2468880"/>
            <a:ext cx="3291840" cy="354973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F019D-CA37-05FF-D534-08FDF17D31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6E3DFD-9373-4D4B-850F-63D341DA0F43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82A8A-3017-C293-CAA4-79DAC74143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BCF003-D6AC-D9E0-C254-602FAE60278B}"/>
              </a:ext>
            </a:extLst>
          </p:cNvPr>
          <p:cNvCxnSpPr/>
          <p:nvPr/>
        </p:nvCxnSpPr>
        <p:spPr>
          <a:xfrm>
            <a:off x="726701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80CB927-6193-3B14-8326-BBA8970C4F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BDFF263-1BF6-293B-B046-2941778BCA5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A48FB5-B732-D35D-2F75-840EFFCA6EF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4D5118-DFE8-485E-6BE3-B042C0129B0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C779D56-9125-9DD5-D919-9FBC4DE4C9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888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2" y="790302"/>
            <a:ext cx="3291840" cy="1499616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358B6-BD90-E536-E301-EAF518F93DD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468880"/>
            <a:ext cx="3291840" cy="354787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25692" y="402336"/>
            <a:ext cx="6455664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271" t="1" r="-2"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5757A-4818-B0C9-F86A-A70480EA9B0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372CCE-8ACD-4161-8346-DACD1EF5A0E1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B5840-4614-F082-0EE8-166E877279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BE0255-54E9-B23E-623C-F5C3D5397CDC}"/>
              </a:ext>
            </a:extLst>
          </p:cNvPr>
          <p:cNvCxnSpPr/>
          <p:nvPr/>
        </p:nvCxnSpPr>
        <p:spPr>
          <a:xfrm>
            <a:off x="491166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7B048E29-F249-FCD5-75C6-EF3AD539208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B581520-7C65-58B5-6A72-4A87A2886B4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6D33EF2-FCD9-64BB-D5BD-71A6C1A0BC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74CC74B-22E1-1F2A-8B43-52BB3A2671A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33C6DA-321C-7253-1FDF-F238DBFA8D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216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4"/>
            <a:ext cx="5456295" cy="100584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9D9456A-3FB8-5960-7F55-D6B686CFFC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7" y="1920240"/>
            <a:ext cx="5456295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78133" y="402336"/>
            <a:ext cx="4307415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549" r="-154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42EA1D-81E7-620D-1BD8-6D18329BD22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2DC4B6-A5C7-4299-BE6B-389F940BF10A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1505A7-ADCB-6529-BE02-48BD8F2CFD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A70D03-884A-50D9-2A83-C93ADDD49A38}"/>
              </a:ext>
            </a:extLst>
          </p:cNvPr>
          <p:cNvCxnSpPr/>
          <p:nvPr/>
        </p:nvCxnSpPr>
        <p:spPr>
          <a:xfrm>
            <a:off x="7054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9C2927C-12EE-49B3-DF99-04A869F1E1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0EFC1CE-B3AD-ED82-4797-595D2898220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2A2DBA-4EA6-1D56-360C-A2123A287B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81C874-21DE-792C-9FEE-BF48EECBBC6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86A35DD-6C6E-B96F-0038-DD2CD277792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5732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0" y="786384"/>
            <a:ext cx="5394960" cy="10058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26D65-1470-5355-C0AB-4C755AE3646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26947C16-472E-02E4-EE92-74FC49AB38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1700" y="402336"/>
            <a:ext cx="4382592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123" t="151" r="-225" b="-15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7840" y="1920240"/>
            <a:ext cx="539496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03F24-F909-9BD0-1CE0-3AFA9296B69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9A547C-B58D-4D18-BEA3-0C0DB6BD3221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47767-378C-917C-1CEA-C28D4F2BD4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8D92F-DD5D-21B4-7D10-80457CCEDEC0}"/>
              </a:ext>
            </a:extLst>
          </p:cNvPr>
          <p:cNvCxnSpPr/>
          <p:nvPr/>
        </p:nvCxnSpPr>
        <p:spPr>
          <a:xfrm>
            <a:off x="518577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3C3FE30-EF8F-C27D-E8AB-BB565902B9F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B333B6-9BB2-24CF-B636-1E04F141121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9F5CADF-5A1B-0BEC-D60A-C6D3AF70F2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5755C8-3D3B-E5E6-1F70-528A7BCA65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E6F374D-A3D9-FD1D-A133-794607CFD7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064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3749040"/>
            <a:ext cx="2834640" cy="2286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C31E5265-51B9-0DA3-10B4-945EE495174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6401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44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3749040"/>
            <a:ext cx="6858000" cy="228600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68D35D-CEAF-4137-A955-9C5E00AC9944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7DF89E-6618-A2A2-BC84-986CED89FCC1}"/>
              </a:ext>
            </a:extLst>
          </p:cNvPr>
          <p:cNvCxnSpPr>
            <a:cxnSpLocks/>
          </p:cNvCxnSpPr>
          <p:nvPr/>
        </p:nvCxnSpPr>
        <p:spPr>
          <a:xfrm>
            <a:off x="803185" y="3412227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A396D86-8A66-3FA9-3546-3A1F8577907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D844445-C27C-0A5B-2D4A-490DC1664AD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629BDA0-67DC-312E-1148-3B3D607358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6FA474-6534-5F04-1B35-0A8CB67144C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C3F2445-DE75-8F1D-AF29-50897C3A8D1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4731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834640" cy="21945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C41AE8B-FC59-39B1-281C-D38D03D05B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786384"/>
            <a:ext cx="6858000" cy="21945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3461829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62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489A-1FCE-1E30-E1BC-2F89D0AEA64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F91EA9C-EC16-43EE-A29B-062A230E37BE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037D5D-163A-01CE-9AE6-33821E23DCC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0730B6-4EF5-7F9C-E6DB-635C947CFEE3}"/>
              </a:ext>
            </a:extLst>
          </p:cNvPr>
          <p:cNvCxnSpPr>
            <a:cxnSpLocks/>
          </p:cNvCxnSpPr>
          <p:nvPr/>
        </p:nvCxnSpPr>
        <p:spPr>
          <a:xfrm>
            <a:off x="803185" y="3443041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91AE5A9-CF62-A508-3C2C-E3BE594AC2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CEFB20-F364-CF05-360F-6CC5D88ACC5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1BD6A10-DA26-A78C-A5C9-6E848476002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879492A-67D3-53D1-F50F-DBC8A33D24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2D47D6-60C0-53E4-BD56-F71C892CDD5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5723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86384"/>
            <a:ext cx="566928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D0F53A5-B7B2-D195-CE9A-F93E7073A7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5544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" r="-52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DA056-F89A-AE3C-C34A-38BEC58691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86C7AF-36E7-4A52-B4F7-734BAFD8A4CC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EB9FDE-D96C-0906-A793-822DD355B4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DB4CF5-18AD-6BFC-8AA3-4292C4318D77}"/>
              </a:ext>
            </a:extLst>
          </p:cNvPr>
          <p:cNvCxnSpPr>
            <a:cxnSpLocks/>
          </p:cNvCxnSpPr>
          <p:nvPr/>
        </p:nvCxnSpPr>
        <p:spPr>
          <a:xfrm>
            <a:off x="491210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AFAE229-30B5-59F6-95B3-5A0028AA9F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F9983B3-9D4B-C7C3-42B6-FC4112EDA17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FE12F5-E33A-8435-EC5D-4056ACEF77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30088E3-D111-48BB-2932-C12F38A348E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419E4F3-5171-B07A-3705-6FF5F7EC506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789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5669280" cy="9144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69C89B-17A4-F382-1720-170DCCD7B6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226A60F8-6BFE-EE58-8E8B-8E42FCDABF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80239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-19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8DE0-8FDC-961F-A73B-ED321A160D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9F9EED-93FB-47F3-9562-1436657BF9C0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6F948F-9E87-C016-444D-D9F266B8C9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42AE50-E725-8CC9-C210-91ADF8C0F6FE}"/>
              </a:ext>
            </a:extLst>
          </p:cNvPr>
          <p:cNvCxnSpPr/>
          <p:nvPr/>
        </p:nvCxnSpPr>
        <p:spPr>
          <a:xfrm>
            <a:off x="7258461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FCB2DB0-8C6B-DBBA-F594-AC4F2954C42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DB4D22E-4E74-6984-AF14-681AA8D9125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0E9A215-4EBA-4F98-1C96-43269B57F2F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B5B197-9DE8-9BBC-A47D-F378F717E4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B835935-392C-76CA-C57F-44990EBEB0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88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9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120" b="-8976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2821E9-9F8C-4BDA-BDAE-826252E0F21A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444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8" y="1645920"/>
            <a:ext cx="5987920" cy="4400319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" t="5" r="302" b="-8984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2654" y="1645920"/>
            <a:ext cx="3380146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80AD10E-AA22-4A1A-88F6-F4B2C3E6FE7A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2486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D69BDBE1-5F80-669A-1B59-BD1E8D2515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1963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-4" r="100" b="-8973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C57D5A-EE81-4EB8-9DAF-ABC5A6DD5008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4374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388" y="786385"/>
            <a:ext cx="7772400" cy="9144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A0CE-6B73-A9EE-CD61-DA01E0E315A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1" t="148" r="-487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938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48AFF-3397-202B-9BA6-6E2E52FB96B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F1C996-E939-49D2-ACF0-1DAA697D4C26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641B0-A410-A060-9C4C-10246CEEB0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26A3E-707E-8CA6-DFD9-FDE70CA34896}"/>
              </a:ext>
            </a:extLst>
          </p:cNvPr>
          <p:cNvCxnSpPr>
            <a:cxnSpLocks/>
          </p:cNvCxnSpPr>
          <p:nvPr/>
        </p:nvCxnSpPr>
        <p:spPr>
          <a:xfrm>
            <a:off x="289908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5F551DA-7593-8CE8-512A-2CF19A5FEED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E1E5FA2-0258-F65F-0046-4F63C680164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7C2681D-C958-88C3-4FE4-BD36D597EB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A1CB91-86F4-F718-46CE-4C26351E5D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B704D5-99FF-334E-D340-F640FC284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7275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77240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10D14-6E1B-BEBD-9ECF-6FD664E6D6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0662064-5DE4-D3A3-3200-46801CAA7B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87478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2" t="148" r="-74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CB399-7148-CC45-1784-53BEB8322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634302-EDB4-4C38-AE4F-99E11593A1F0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03136-9022-B685-BD72-AA2F8D6F1D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D7FB67-CB66-8B73-E144-D9B0FD1BF4CC}"/>
              </a:ext>
            </a:extLst>
          </p:cNvPr>
          <p:cNvCxnSpPr/>
          <p:nvPr/>
        </p:nvCxnSpPr>
        <p:spPr>
          <a:xfrm>
            <a:off x="9250563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C050196-5CDD-7D23-C735-405CCFDE0F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915F7F2-4F99-DBC2-59AE-D63FDE09B1F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37699A-63EB-A2E6-B9B8-E85B7B64F0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BE2E12-53E7-56D7-104B-F918B8D5372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CBDF578-3A17-02BF-93ED-AF5F8E7F4A5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8689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4023360" cy="128016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5" y="2396086"/>
            <a:ext cx="4070907" cy="3637825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1100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69280" y="786384"/>
            <a:ext cx="5303520" cy="53035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8A9400-0F8A-40AD-9C7D-D04C05A686BB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49E27E-A638-3E50-4392-58116C1AACD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22E0D86-7613-34C8-CDC4-C77532A2263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AB29EB0-E237-1D57-CA8E-EAD308E9C0C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6316C5-C89C-53D5-EDF8-06B3752F88A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2B727D-16F7-192C-BDC7-987EE4A4BF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5767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2834640" cy="145389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7" y="2388928"/>
            <a:ext cx="2859291" cy="364498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0882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786384"/>
            <a:ext cx="649224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0AAA33B-7B4C-4CA5-AD3F-802C7D7897C7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351E8-DE44-EF78-C152-3A103EEBFEA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9CEF53B-E5B3-5228-FC6C-55411F158D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08AC4D-0833-297F-6CBF-8A5D8729D99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E625D5-BBCB-B34F-682F-6A7EBBD425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36439E-B9F9-BC55-6D36-2CBD97558C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4185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19" y="4634716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603503"/>
            <a:ext cx="9601200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E33F43-D372-4092-9463-D8C0DAA92373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3498D5-7EC6-8C79-86BA-7C39A73A10D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E65860-291D-DD0A-0AF6-EB6BDAF1124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542EDA-61BE-919A-EA3E-08EBB658FD7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E31BBA-19B1-9E32-10DC-6E50B5D242D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0D6BDC-E9D3-BF86-AB1A-64748EAD4D4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4045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193183"/>
            <a:ext cx="5486400" cy="100584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1240974"/>
            <a:ext cx="7315200" cy="3065419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FAB39A-86A1-48B6-9153-E6011CB46040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766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6D58EB7-9EC7-5A50-30A3-E2D9EDD0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018" y="1599060"/>
            <a:ext cx="5052018" cy="3658736"/>
          </a:xfrm>
        </p:spPr>
        <p:txBody>
          <a:bodyPr anchor="ctr">
            <a:normAutofit/>
          </a:bodyPr>
          <a:lstStyle>
            <a:lvl1pPr>
              <a:defRPr sz="2400" cap="none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E2753DF-FB9B-AECE-E745-E846066B17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1600200"/>
            <a:ext cx="5140325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20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4550B5-6894-4BAB-BE29-52F47C1325C5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76975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4131153"/>
            <a:ext cx="3200400" cy="1545336"/>
          </a:xfrm>
          <a:noFill/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0" y="1832029"/>
            <a:ext cx="4572000" cy="2475441"/>
          </a:xfrm>
          <a:noFill/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3644B3-B047-4BDA-A4C8-F5943698F924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377ED0-0CD0-101F-CACC-5C208B8095EB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B0FAE67-C3ED-90D8-482E-2E87FCA1F0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3BE06F7-8D5F-567C-D53C-8F3CFA65C6D8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1729EF-2962-C057-669D-86C7189119A0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F37E54-885B-DD4C-C480-18762D2DF57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D173DE-2107-A0E3-872C-F0DE9ACA3D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FAFD58-96FA-72FC-A387-4EA88A7A5D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CF3863-040E-3592-1588-20A1771871E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44D909-6FC8-C0DB-01C7-AFCF7B50FCD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09267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0" cap="all" baseline="0"/>
            </a:lvl1pPr>
            <a:lvl2pPr marL="228600" indent="0">
              <a:lnSpc>
                <a:spcPct val="100000"/>
              </a:lnSpc>
              <a:buNone/>
              <a:defRPr sz="3600" b="0" cap="all" baseline="0"/>
            </a:lvl2pPr>
            <a:lvl3pPr marL="457200" indent="0">
              <a:lnSpc>
                <a:spcPct val="100000"/>
              </a:lnSpc>
              <a:buNone/>
              <a:defRPr sz="3200" b="0" cap="all" baseline="0"/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FB9-0880-4740-B084-BC51532B8F27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E2C763-62D0-A1C5-864F-A9FF05C9F944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321B696-8999-0658-38A2-748A73D0777A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1AECB6-597A-404C-79F2-BDE111DF3683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1CD60-7C40-DD6A-0B67-9125D3023EA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77C411-359E-F413-4B4B-544B4258F8D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520E9D-E5D8-F168-5659-412DEA7EE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5C892B-D62F-EE71-21EF-072002481B6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05C92F6-ED58-2722-DD71-BFD93A79C90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FD0132-5667-3403-4950-88D7515B12B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EE9CF1-0848-BE96-4C3D-E4B7E1F4BBA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2588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34492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2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D9A1-F997-4CCE-B007-8E1943F54374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0B27C8-C99B-CAB9-24EA-4222A75D3BF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B5103-0315-C48A-F6CB-70023A60377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A373C0-8904-4E1A-AC77-DB8B14039D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58731C-1E1F-4D5A-81CD-F79CD40172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E29540-9512-0BC0-7BB2-3B7C57B4C11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29168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6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2000" b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DE8C-2121-49BB-AB8E-C1253271C3F5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E57D8C-399F-3BB4-D3B3-9395E8D1613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E0EF0C-412A-ADAE-8DDB-3A86E36BA36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6CD944-3487-D02F-D76E-6C8CB5BC62E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FB68B7-02B4-42EE-A7A2-E1DD0D7EF7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5998EB-9F08-520A-8AE0-AC842E25266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42552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020C093-E585-447D-B145-C13F5660E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965193"/>
            <a:ext cx="9144000" cy="1105229"/>
          </a:xfrm>
        </p:spPr>
        <p:txBody>
          <a:bodyPr anchor="ctr">
            <a:normAutofit/>
          </a:bodyPr>
          <a:lstStyle>
            <a:lvl1pPr>
              <a:defRPr sz="160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D2DEB7-F276-E60E-F5A1-0F02C54BD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F91B2D-44E4-C3B1-BD5E-A10AC8543D2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1006475"/>
            <a:ext cx="9144000" cy="2925763"/>
          </a:xfrm>
        </p:spPr>
        <p:txBody>
          <a:bodyPr anchor="ctr"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4927EC-ED75-B33D-1D89-85EE4258FB86}"/>
              </a:ext>
            </a:extLst>
          </p:cNvPr>
          <p:cNvCxnSpPr>
            <a:cxnSpLocks/>
          </p:cNvCxnSpPr>
          <p:nvPr/>
        </p:nvCxnSpPr>
        <p:spPr>
          <a:xfrm>
            <a:off x="799908" y="4572000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816284-1868-D968-9C16-5FE2038BC6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2342CCE-AAE1-4428-AAFD-18D6AED5F8E7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4E6AE7-6445-C0E9-7714-3905800EE3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4FFC6-B9C5-5A14-BCDE-0FACA9EED39A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45BAA9C-294C-90CA-EE5A-ED75E616517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C127FFD-0227-7A04-CAE1-B0476A186E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B871B-1B46-69D5-1EA9-A5D3125C17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9C52E0-6299-124E-DEAC-88A5054BB4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8770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7008" y="5947574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822960"/>
            <a:ext cx="8961120" cy="347472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Bahnschrift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51D386-7935-4182-861C-A013C161AEB1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3E5CAD-77F4-3496-0EBB-8BDE29A00533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932EDD7-F82C-CAA5-81E3-4DA459BD7BE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23CB67B-9D91-D31D-5E6F-1AFDE722A71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0B71C7-A49A-A194-9371-8105319095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D85FF8-8A01-4471-2129-9F815C543E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57B839C-7467-0312-FCA6-E719E5B303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1373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3164" y="5891704"/>
            <a:ext cx="8805672" cy="55722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358007"/>
            <a:ext cx="8961120" cy="347472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12C1C-64C5-4B50-8744-8314E722E95D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BAF90A-B341-890C-B376-6A16FD3D4D66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673DA07-CC58-742F-47C7-DF6C3FC1BB2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C520D2A-19A3-39C2-02F5-969FC02F783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B9DADCD-00F5-6714-A61F-195B9455062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D759BD-ADDA-3040-A5CB-DAC10D9A2D3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48BFB7B-8327-08C6-5F9E-BACB47A2C3D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329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508F0-4C97-9A80-2546-BC6EE3D273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60450" y="1828800"/>
            <a:ext cx="476885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9AB0DFB-3813-8899-8844-3F65C902B8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391" y="1828800"/>
            <a:ext cx="4755712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4802D6-419C-4270-A699-E7031986556C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83DEFD-C76A-E192-4470-7F7DCE92CBC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F15C6-51A3-0039-7C8E-9F5BC53301C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2827DB-A570-B094-5067-79A4F7DA7F3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DF52F4-C942-A75F-0F4B-911959D2F30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44BFA9-C671-8332-EC4C-A56CAAB34AE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7040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11" y="600148"/>
            <a:ext cx="1005840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011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5B8AB-C546-6624-5613-679F649D80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58011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436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89131D8-B072-15AB-4C0D-39F0B943B0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436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C0F1DD-38C1-462C-A697-E8DF52FBE341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70A967-D43A-531B-AB77-B7D2DE7E4B0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B1175E-A767-B7AB-D265-9256ECCA8E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29F5B2-C13B-2102-792E-E51F173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C2A7D0-2242-BB3D-AC3F-126E076FC3A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0BEB2B-F33C-CFC6-3060-70CD260293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5224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5132D0-A4B5-4DFA-9485-CB2E482EE77C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0C8D4F-961C-9DE3-2BE6-ABBC18355BC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5383D-28A9-C0D3-8E3D-AA7533D2925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B585A5-22BA-F43D-07BD-3BB57145B2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1437C88-1694-66DE-88F2-5F80E436773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75A774-D186-6B8B-F966-423BE24E46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6268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C83663-489C-4B0C-BB79-FC178A8643C9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CB350-6B4D-5D25-5FB0-D995BE7D095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4889B8-EF0E-CC96-E345-4814F56ED6D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60EF97A-5CED-BE43-C066-ED89AE049B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8CB1FB5-CA0E-AFAB-5607-844D9592A24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BAA5556-E509-ED49-F4BE-6F664377F5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58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92608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EDF8B4-9629-39C1-DDBF-A5485B24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651760"/>
            <a:ext cx="2926080" cy="3383280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0" y="786382"/>
            <a:ext cx="676656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EAB326A-0996-8BBC-BFAF-29A228B1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1BEF89-672A-4E25-926B-58E382525C3F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E9EB23-C42E-AFD9-410F-5D3A9B47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79AB9D-F8E4-DA67-2113-2CB4FAAA3FE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1AF63C-58A3-D664-0F8A-2F866DE9922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353FA6-146A-25CD-A52A-50A0DBA7C4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D17F74-4821-8F53-7E3E-BD10714CA1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CBD083B-641D-8442-0510-78BC3BDFF8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6451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595634" cy="192024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752344"/>
            <a:ext cx="3585586" cy="3291840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8" y="402336"/>
            <a:ext cx="6328768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31E9BD-2556-46EE-BDF5-EE03A42C0687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475923-C72A-59CC-2F27-3B42DE9E23C1}"/>
              </a:ext>
            </a:extLst>
          </p:cNvPr>
          <p:cNvCxnSpPr/>
          <p:nvPr/>
        </p:nvCxnSpPr>
        <p:spPr>
          <a:xfrm>
            <a:off x="5044948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44E6E6F-31C5-280B-B965-1DCA584FB10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46DD8FB-C3C8-02D7-0EEC-1FA8A0E72EE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287276-FB86-B497-EB85-08D57647FC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0AFABFB-CCBD-F586-5A5B-F739C98FEB0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33A7C7-3944-5EFF-0F5A-CD13C776DD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740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342307" cy="2085339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7008" y="3594099"/>
            <a:ext cx="9601200" cy="237744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9BE370-40DD-429A-ADED-41858713F7D9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997AB-1CB0-F155-5BD6-8AD0DF5F9C8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1A663-8D32-81FC-CF0E-3943276FC5B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8FB5FE-FF71-6B7B-03A4-B78EA9E50FE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4967FC-68C7-FF99-F0D4-F11F22519D8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0437DFC-E04A-54B1-CFEA-8D9349D6EB7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111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8430767" cy="2520011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3622673"/>
            <a:ext cx="8430639" cy="160934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B744B83-DEC6-42A9-90ED-B3D6C76A8643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604B72-3E24-1723-74C9-C1E295269A1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CEF3A60-0DC4-008A-49C8-C3FD46FA3B8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618110-A634-DE8C-5B6D-35477E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E21D7-A780-C513-5EB6-4A6C625665C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2C4757-1CA9-394F-33BF-C5A9D77182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3737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5800"/>
            <a:ext cx="10058400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005840" y="1525384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3385" y="622955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920240"/>
            <a:ext cx="10058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040831" y="4206240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5D94B1B5-61D9-4408-A2B5-CA06F768CAB1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12" name="Freeform 11" hidden="1">
            <a:extLst>
              <a:ext uri="{FF2B5EF4-FFF2-40B4-BE49-F238E27FC236}">
                <a16:creationId xmlns:a16="http://schemas.microsoft.com/office/drawing/2014/main" id="{918C00E2-AFB8-E789-01F1-47EC64846D95}"/>
              </a:ext>
            </a:extLst>
          </p:cNvPr>
          <p:cNvSpPr/>
          <p:nvPr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 6" hidden="1">
            <a:extLst>
              <a:ext uri="{FF2B5EF4-FFF2-40B4-BE49-F238E27FC236}">
                <a16:creationId xmlns:a16="http://schemas.microsoft.com/office/drawing/2014/main" id="{6A6CDCAD-B761-0A5F-55A7-CE79AB3802A7}"/>
              </a:ext>
            </a:extLst>
          </p:cNvPr>
          <p:cNvSpPr/>
          <p:nvPr userDrawn="1"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648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76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  <p:sldLayoutId id="2147483933" r:id="rId17"/>
    <p:sldLayoutId id="2147483934" r:id="rId18"/>
    <p:sldLayoutId id="2147483935" r:id="rId19"/>
    <p:sldLayoutId id="2147483936" r:id="rId20"/>
    <p:sldLayoutId id="2147483937" r:id="rId21"/>
    <p:sldLayoutId id="2147483938" r:id="rId22"/>
    <p:sldLayoutId id="2147483939" r:id="rId23"/>
    <p:sldLayoutId id="2147483940" r:id="rId24"/>
    <p:sldLayoutId id="2147483941" r:id="rId25"/>
    <p:sldLayoutId id="2147483942" r:id="rId26"/>
    <p:sldLayoutId id="2147483943" r:id="rId27"/>
    <p:sldLayoutId id="2147483944" r:id="rId28"/>
    <p:sldLayoutId id="2147483945" r:id="rId29"/>
    <p:sldLayoutId id="2147483946" r:id="rId30"/>
    <p:sldLayoutId id="2147483947" r:id="rId31"/>
    <p:sldLayoutId id="2147483948" r:id="rId32"/>
    <p:sldLayoutId id="2147483949" r:id="rId33"/>
    <p:sldLayoutId id="2147483950" r:id="rId34"/>
    <p:sldLayoutId id="2147483951" r:id="rId35"/>
    <p:sldLayoutId id="2147483952" r:id="rId36"/>
    <p:sldLayoutId id="2147483953" r:id="rId37"/>
    <p:sldLayoutId id="2147483954" r:id="rId38"/>
    <p:sldLayoutId id="2147483955" r:id="rId39"/>
    <p:sldLayoutId id="2147483956" r:id="rId40"/>
    <p:sldLayoutId id="2147483957" r:id="rId41"/>
    <p:sldLayoutId id="2147483958" r:id="rId42"/>
    <p:sldLayoutId id="2147483959" r:id="rId43"/>
    <p:sldLayoutId id="2147483960" r:id="rId44"/>
    <p:sldLayoutId id="2147483961" r:id="rId45"/>
    <p:sldLayoutId id="2147483962" r:id="rId46"/>
    <p:sldLayoutId id="2147483963" r:id="rId47"/>
    <p:sldLayoutId id="2147483964" r:id="rId48"/>
    <p:sldLayoutId id="2147483965" r:id="rId49"/>
    <p:sldLayoutId id="2147483966" r:id="rId50"/>
    <p:sldLayoutId id="2147483967" r:id="rId51"/>
    <p:sldLayoutId id="2147483969" r:id="rId52"/>
    <p:sldLayoutId id="2147483970" r:id="rId53"/>
    <p:sldLayoutId id="2147483971" r:id="rId54"/>
    <p:sldLayoutId id="2147483972" r:id="rId55"/>
    <p:sldLayoutId id="2147483973" r:id="rId56"/>
    <p:sldLayoutId id="2147483974" r:id="rId57"/>
    <p:sldLayoutId id="2147483975" r:id="rId58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C534-D45B-C515-59E3-4C260019E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1073329"/>
            <a:ext cx="7876287" cy="3592629"/>
          </a:xfrm>
        </p:spPr>
        <p:txBody>
          <a:bodyPr anchor="b">
            <a:normAutofit/>
          </a:bodyPr>
          <a:lstStyle/>
          <a:p>
            <a:r>
              <a:rPr lang="en-US"/>
              <a:t>TETRIS GAME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50508-6902-F575-FCC4-234E6821BF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715111"/>
            <a:ext cx="7375466" cy="1014984"/>
          </a:xfrm>
        </p:spPr>
        <p:txBody>
          <a:bodyPr anchor="t">
            <a:normAutofit/>
          </a:bodyPr>
          <a:lstStyle/>
          <a:p>
            <a:r>
              <a:rPr lang="en-US"/>
              <a:t>COMP 115 PROJECT BY AHMAD FARAZ</a:t>
            </a:r>
          </a:p>
          <a:p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C5C5030-F476-968A-3349-225F3B25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5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F9566-95CB-E38E-9F27-A470CAA1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588" y="448739"/>
            <a:ext cx="8660215" cy="1355968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9B9B9B"/>
                </a:solidFill>
                <a:latin typeface="Times New Roman"/>
                <a:cs typeface="Times New Roman"/>
              </a:rPr>
              <a:t>Tetris Game Project Overview</a:t>
            </a:r>
            <a:endParaRPr lang="en-US" sz="3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6CA8B-999C-C0B6-8BF3-D0215B6FF0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85453" y="2053729"/>
            <a:ext cx="8219696" cy="3114595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9B9B9B"/>
              </a:solidFill>
              <a:latin typeface="Times New Roman"/>
              <a:cs typeface="Times New Roman"/>
            </a:endParaRP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This project is a recreation of the classic Tetris game using Python.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The goal is to build a playable game while learning programming concepts.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Focus areas include logic building, loops, and real-time updates.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Helps beginners understand how games are structured internally.</a:t>
            </a:r>
            <a:endParaRPr lang="en-US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BDC37-EAA4-D102-265F-4430C9EE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40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C92D-003F-F570-0B7B-59692483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673142"/>
            <a:ext cx="9301610" cy="1038011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9B9B9B"/>
                </a:solidFill>
                <a:latin typeface="Times New Roman"/>
                <a:cs typeface="Times New Roman"/>
              </a:rPr>
              <a:t>How the Game Works</a:t>
            </a:r>
            <a:endParaRPr lang="en-US" sz="3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4197D-16CA-59E7-2A05-87487987D6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1295" y="1732895"/>
            <a:ext cx="8422530" cy="3388696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9B9B9B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 dirty="0">
                <a:solidFill>
                  <a:srgbClr val="9B9B9B"/>
                </a:solidFill>
                <a:latin typeface="Times New Roman"/>
                <a:cs typeface="Times New Roman"/>
              </a:rPr>
              <a:t>Blocks (</a:t>
            </a:r>
            <a:r>
              <a:rPr lang="en-US" dirty="0" err="1">
                <a:solidFill>
                  <a:srgbClr val="9B9B9B"/>
                </a:solidFill>
                <a:latin typeface="Times New Roman"/>
                <a:cs typeface="Times New Roman"/>
              </a:rPr>
              <a:t>Tetrominoes</a:t>
            </a:r>
            <a:r>
              <a:rPr lang="en-US" dirty="0">
                <a:solidFill>
                  <a:srgbClr val="9B9B9B"/>
                </a:solidFill>
                <a:latin typeface="Times New Roman"/>
                <a:cs typeface="Times New Roman"/>
              </a:rPr>
              <a:t>) fall from the top of the screen.</a:t>
            </a:r>
            <a:endParaRPr lang="en-US" dirty="0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Player can move blocks left, right, or rotate them.</a:t>
            </a:r>
            <a:endParaRPr lang="en-US"/>
          </a:p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 dirty="0">
                <a:solidFill>
                  <a:srgbClr val="9B9B9B"/>
                </a:solidFill>
                <a:latin typeface="Times New Roman"/>
                <a:cs typeface="Times New Roman"/>
              </a:rPr>
              <a:t>When a row is completely filled, it gets cleared.</a:t>
            </a:r>
            <a:endParaRPr lang="en-US" dirty="0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The game speeds up as the player progresses.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Game ends when blocks reach the top.</a:t>
            </a:r>
            <a:endParaRPr lang="en-US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31BB2-90A4-54AE-5E3C-F6EA71B0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60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100E-4B52-9135-FFE8-A1DA86F2B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918" y="399041"/>
            <a:ext cx="9411251" cy="1092831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9B9B9B"/>
                </a:solidFill>
                <a:latin typeface="Times New Roman"/>
                <a:cs typeface="Times New Roman"/>
              </a:rPr>
              <a:t>Key Programming Concepts Used</a:t>
            </a:r>
            <a:endParaRPr lang="en-US" sz="3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0F298-EDE5-371F-CDDB-890E9720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52374" y="1716449"/>
            <a:ext cx="8466386" cy="3399660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9B9B9B"/>
              </a:solidFill>
              <a:latin typeface="Times New Roman"/>
              <a:cs typeface="Times New Roman"/>
            </a:endParaRP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Loops: Used to continuously run the game (game loop).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Conditionals: Handle movement, rotation, and collisions.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Functions: Organize code into reusable parts.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Lists/Grids: Represent the game board and block positions.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Event Handling: Detects keyboard input from the player.</a:t>
            </a:r>
            <a:endParaRPr lang="en-US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FCFAA-789E-4B6D-42F0-07FF5002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247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C825-9AB1-6720-DE60-C0B63494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475789"/>
            <a:ext cx="9312574" cy="124084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9B9B9B"/>
                </a:solidFill>
                <a:latin typeface="Times New Roman"/>
                <a:cs typeface="Times New Roman"/>
              </a:rPr>
              <a:t>Code Structure Explanation</a:t>
            </a:r>
            <a:endParaRPr lang="en-US" sz="3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846DD-1C3F-578A-37FF-DD7B81DEFF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79971" y="1820608"/>
            <a:ext cx="7764689" cy="3213271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9B9B9B"/>
              </a:solidFill>
              <a:latin typeface="Times New Roman"/>
              <a:cs typeface="Times New Roman"/>
            </a:endParaRP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Main loop controls game timing and updates.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Separate functions manage block movement and rotation.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Collision detection prevents blocks from overlapping.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Grid system stores fixed blocks after landing.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Efficient structure makes the game responsive and smooth.</a:t>
            </a:r>
            <a:endParaRPr lang="en-US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7E9BC-9134-B495-9217-808E5C5A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93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030C-CB47-2F31-8C0E-FA224D67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503200"/>
            <a:ext cx="9000099" cy="1207953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9B9B9B"/>
                </a:solidFill>
                <a:latin typeface="Times New Roman"/>
                <a:cs typeface="Times New Roman"/>
              </a:rPr>
              <a:t>Learning Outcomes &amp; Conclusion</a:t>
            </a:r>
            <a:endParaRPr lang="en-US" sz="3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8B7B1-7E7D-4F9B-703C-43221ECA35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30633" y="1809644"/>
            <a:ext cx="8323853" cy="3235199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9B9B9B"/>
              </a:solidFill>
              <a:latin typeface="Times New Roman"/>
              <a:cs typeface="Times New Roman"/>
            </a:endParaRP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Improves logical thinking and problem-solving skills.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Introduces basic game development techniques.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Builds confidence in Python programming.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Can be extended with graphics, sounds, and scoring UI.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• </a:t>
            </a:r>
            <a:r>
              <a:rPr lang="en-US">
                <a:solidFill>
                  <a:srgbClr val="9B9B9B"/>
                </a:solidFill>
                <a:latin typeface="Times New Roman"/>
                <a:cs typeface="Times New Roman"/>
              </a:rPr>
              <a:t>Great foundation for advanced game development projects.</a:t>
            </a:r>
            <a:endParaRPr lang="en-US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907AD-3251-231D-BF11-D22CB5A3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16744"/>
      </p:ext>
    </p:extLst>
  </p:cSld>
  <p:clrMapOvr>
    <a:masterClrMapping/>
  </p:clrMapOvr>
</p:sld>
</file>

<file path=ppt/theme/theme1.xml><?xml version="1.0" encoding="utf-8"?>
<a:theme xmlns:a="http://schemas.openxmlformats.org/drawingml/2006/main" name="Circinate">
  <a:themeElements>
    <a:clrScheme name="Custom 9">
      <a:dk1>
        <a:srgbClr val="2C2F21"/>
      </a:dk1>
      <a:lt1>
        <a:srgbClr val="EBE3D8"/>
      </a:lt1>
      <a:dk2>
        <a:srgbClr val="000000"/>
      </a:dk2>
      <a:lt2>
        <a:srgbClr val="FFFFFF"/>
      </a:lt2>
      <a:accent1>
        <a:srgbClr val="625D3F"/>
      </a:accent1>
      <a:accent2>
        <a:srgbClr val="0E273F"/>
      </a:accent2>
      <a:accent3>
        <a:srgbClr val="C9C4BE"/>
      </a:accent3>
      <a:accent4>
        <a:srgbClr val="A39481"/>
      </a:accent4>
      <a:accent5>
        <a:srgbClr val="2C1E20"/>
      </a:accent5>
      <a:accent6>
        <a:srgbClr val="E8E8E8"/>
      </a:accent6>
      <a:hlink>
        <a:srgbClr val="467886"/>
      </a:hlink>
      <a:folHlink>
        <a:srgbClr val="96607D"/>
      </a:folHlink>
    </a:clrScheme>
    <a:fontScheme name="Custom 22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inate_CoPilot Layouts_win32_EF_v10" id="{57103A69-FC02-49FB-8E53-10BABFFCD93C}" vid="{B3D2483F-31ED-465D-9D6C-68F8665CCF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CEDABF-7176-4A42-8EF9-E5D4DD31FF6C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230e9df3-be65-4c73-a93b-d1236ebd677e"/>
    <ds:schemaRef ds:uri="http://purl.org/dc/elements/1.1/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Circinate</vt:lpstr>
      <vt:lpstr>TETRIS GAME</vt:lpstr>
      <vt:lpstr>Tetris Game Project Overview</vt:lpstr>
      <vt:lpstr>How the Game Works</vt:lpstr>
      <vt:lpstr>Key Programming Concepts Used</vt:lpstr>
      <vt:lpstr>Code Structure Explanation</vt:lpstr>
      <vt:lpstr>Learning Outcomes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</cp:revision>
  <dcterms:created xsi:type="dcterms:W3CDTF">2026-04-09T19:54:56Z</dcterms:created>
  <dcterms:modified xsi:type="dcterms:W3CDTF">2026-04-09T20:05:08Z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